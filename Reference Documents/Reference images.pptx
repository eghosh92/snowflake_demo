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F2E56-170B-800F-ABEA-F2D1339AB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BF9AA-0728-0063-9863-B797083AD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3AEFB-4625-BD30-C2F9-F247898E0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A756-F2FD-4E7F-8C29-F87271D253B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91F37-51ED-9117-8B6A-C0074833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CDED0-D0D7-E10C-B574-0DE1B5837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051B8-2EB2-4B30-A4F6-6C16F2D0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70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CE53-F062-71D7-1568-2916529D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44CE4-351C-E19E-5D0B-31C2EF5A8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9A787-762E-EBA4-96B0-661A25714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A756-F2FD-4E7F-8C29-F87271D253B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AA93A-EB31-36D2-0E76-00678C54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71FB5-5D5A-1BD6-6CFE-3E4C90A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051B8-2EB2-4B30-A4F6-6C16F2D0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5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B40A0-94EB-A634-5F40-4923847AC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A422E-6209-0551-59D6-9D6B71BF3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8534E-68F9-AA2A-42D9-437568993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A756-F2FD-4E7F-8C29-F87271D253B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F77AA-0845-8CBD-05CC-5C275CB14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63368-42B0-1534-121D-3B955EC7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051B8-2EB2-4B30-A4F6-6C16F2D0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79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48ED-65B2-1722-7247-EA60C383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74159-EE1E-84B7-71FC-39DB000FA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CBA96-B27B-C71E-9CA5-233CAE149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876C9-786D-D228-7C34-EBC8C405F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A756-F2FD-4E7F-8C29-F87271D253B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CBAB5-A296-793F-7665-C6DB36D7C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0E7C6-BEBD-A251-5004-7C0648AB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051B8-2EB2-4B30-A4F6-6C16F2D0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42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BBB15-0D07-D833-2555-DEF16C19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DFAFA-75ED-F9E5-C6AB-40ADA5FC9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F0A39-ABEE-EF1E-E4E1-A6B391193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5D909A-BC88-1314-8A1C-15D94EA2B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C76124-0517-E6AD-C5A4-E8A62C41E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C0E75-BCEF-D83A-4566-B8430CE5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A756-F2FD-4E7F-8C29-F87271D253B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1B17E3-5D1B-E317-44C1-B32D3B51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017CAB-EFC3-15DD-23AE-D070AF47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051B8-2EB2-4B30-A4F6-6C16F2D0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77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E5903-55B2-FC45-5DA3-FD19C688E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9EDAB-35B4-B32E-C0D3-377CC89B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A756-F2FD-4E7F-8C29-F87271D253B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414E38-EDAF-FCC5-4061-2DC26381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31FE5-2A47-20AE-04AE-48718707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051B8-2EB2-4B30-A4F6-6C16F2D0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68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B80D-AD3A-0367-A5D9-15D662403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A756-F2FD-4E7F-8C29-F87271D253B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A4685-29A8-7484-BE80-392A7DA1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BE87C-1F9A-2A2B-C358-32B6DDD0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051B8-2EB2-4B30-A4F6-6C16F2D0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26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B5E2-3BC2-29B0-98C7-FC530221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BF347-D35A-1E77-004F-06E08973F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C7D58-6BA5-4D04-FB95-307635600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9AE0D-2780-A3F6-6E43-93C426B4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A756-F2FD-4E7F-8C29-F87271D253B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DFE80-D5D1-0DC4-3BCF-C3260DBE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5E5B9-83B5-5950-E3C8-0805C782B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051B8-2EB2-4B30-A4F6-6C16F2D0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48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41373-2675-456F-7924-8148584B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A6E6D-7B7D-3B94-D2E5-EB8AD3C3E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372F6-3C18-3439-F77C-73F29FFA7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87CB3-DCAB-F78C-6CB8-264774370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A756-F2FD-4E7F-8C29-F87271D253B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05D9B-20F3-2211-2BA5-54F491C3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E5C09-12C1-CCE3-9F0E-0AD5DB30D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051B8-2EB2-4B30-A4F6-6C16F2D0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4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A746F-DF6B-5EFA-00D3-E433C4604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2802CA-39BF-E057-B906-FE9AC8FE5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5A7A0-2065-750B-389C-4439FD3FA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A756-F2FD-4E7F-8C29-F87271D253B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727DC-EC36-4670-0EC0-68F1BB177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BDFFA-AEB8-37BB-E822-68754CEF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051B8-2EB2-4B30-A4F6-6C16F2D0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37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02328A-311E-13BB-58A1-55F90E5E2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DA6053-5A65-ED30-499F-2E5EF02DB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1CF62-FA16-AD2F-6E36-0CCE49195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A756-F2FD-4E7F-8C29-F87271D253B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A17C5-1EA4-90E8-3E58-F5FC674E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08149-9818-03C3-99C2-4DD27449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051B8-2EB2-4B30-A4F6-6C16F2D0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06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1D1C07-28D9-13FB-4FAF-1D4925495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20DC1-7EAD-BBAC-ED36-77A21B918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E26B4-4B33-9819-1B05-82BCCE760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97A756-F2FD-4E7F-8C29-F87271D253B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349B9-6C71-BC11-67DD-5C182A420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D9C1A-F294-CFC5-BC94-D17E09AC3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051B8-2EB2-4B30-A4F6-6C16F2D0E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9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517EAC5-978D-6174-0909-87D0FE459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907203"/>
            <a:ext cx="10905066" cy="504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25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Ena Ghosh</dc:creator>
  <cp:lastModifiedBy>Ena Ghosh</cp:lastModifiedBy>
  <cp:revision>1</cp:revision>
  <dcterms:created xsi:type="dcterms:W3CDTF">2025-10-15T15:24:36Z</dcterms:created>
  <dcterms:modified xsi:type="dcterms:W3CDTF">2025-10-15T15:24:52Z</dcterms:modified>
</cp:coreProperties>
</file>